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growth, margin depends on the market and on the allocation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-1.23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$184m, but 93% comes from terminal value (explicit-period NPV $14m): Monte Carlo: mean NPV $275m, 9% chance of loss; staging a pilot first was worth $-94m (negative: it delays a project that is positive in most paths).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an unverified top-down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 rates to be verified);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$184m, IRR 51%, payback 5.6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$14m.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Monte Carlo (1,000 paths): mean NPV $275m (P10 $6m, P90 $619m), 9% chance of loss.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Staged entry (pilot, expand if AUM clears $350m at year 2; 52% pass): option value $-94m, i.e. staging lowers expected value; use it only as risk control.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 on the full plan, gated on validating AUM per advisor and net revenue bps; the explicit-period NPV is small so the case rests on terminal value.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$382m target, $119m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 targets from press reports are unverified.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